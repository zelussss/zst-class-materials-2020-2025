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bb8698011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bb8698011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b8698011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b8698011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b8698011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bb8698011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b8698011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bb8698011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b8698011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b8698011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b8698011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bb8698011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b8698011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bb8698011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bb8698011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bb8698011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b8698011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b8698011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b8698011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b8698011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b8698011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b8698011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bb8698011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bb8698011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bb8698011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bb8698011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b8698011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b8698011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b8698011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bb8698011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b8698011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b8698011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bb8698011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bb8698011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b8698011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b8698011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b8698011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b8698011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b8698011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bb8698011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bb8698011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bb8698011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bb8698011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bb8698011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bb86980116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bb86980116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bb86980116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bb86980116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b8698011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bb8698011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b8698011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b8698011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bb8698011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bb8698011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ba4afa8d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ba4afa8d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ba4afa8d42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ba4afa8d42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ba4afa8d42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ba4afa8d42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a4afa8d42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a4afa8d42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ba4afa8d42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ba4afa8d42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ba4afa8d42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ba4afa8d42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ba4afa8d42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ba4afa8d4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ba4afa8d42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ba4afa8d42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ba4afa8d42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ba4afa8d42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_mlqTrhfb0cbu5fcXsML-YUTRXWJEkaO/view" TargetMode="External"/><Relationship Id="rId4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drive.google.com/file/d/1tzfy-0uRRFguG21uNV2wux7MkbXlXVwM/view" TargetMode="External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Polecenia wewnętrzne i zewnętrzne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Ksawery Zelek, Jakub Żurek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Polecenia wewnętrzne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Polecenia wewnętrzne - To polecenia realizowane przez jądro systemu operacyjnego i są zawsze dostępne.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Polecenia zewnętrzne</a:t>
            </a:r>
            <a:endParaRPr/>
          </a:p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Polecenia zewnętrzne - Są wykonywane jako programy zapisane w plikach umieszczonych w folderze systemowym. Jeżeli plik zostanie usunięty lub uszkodzony, to polecenie może być niedostępne.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Pomoc przez Wiersz poleceń (CMD)</a:t>
            </a:r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System Windows udostępnia mechanizm korzystania z pomocy dotyczącej składni poleceń systemowych. Tymi metodami jest wpisanie: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Nazwa_polecenia /?;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Help Nazwa_polecenia;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Bądź kiedy chcemy zobaczyć listę dostępnych komend: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Help;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Help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698"/>
            <a:ext cx="9144000" cy="478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800"/>
              <a:t>Help Nazwa_polecenia; (w tym przypadku md)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180682"/>
            <a:ext cx="9144000" cy="4782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Nazwa_polecenia /? (md)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673"/>
            <a:ext cx="9144000" cy="4782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title"/>
          </p:nvPr>
        </p:nvSpPr>
        <p:spPr>
          <a:xfrm>
            <a:off x="311700" y="1590000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9000"/>
              <a:t>Polecenia wewnętrne</a:t>
            </a:r>
            <a:endParaRPr sz="9000"/>
          </a:p>
        </p:txBody>
      </p:sp>
      <p:sp>
        <p:nvSpPr>
          <p:cNvPr id="160" name="Google Shape;16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Polecenia </a:t>
            </a:r>
            <a:r>
              <a:rPr lang="pl"/>
              <a:t>wewnętrzne</a:t>
            </a:r>
            <a:endParaRPr/>
          </a:p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Polecenia wewnętrzne - są realizowane przez interpreter poleceń (CMD), który po uruchomieniu znajduje się w pamięci komputera.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TIME</a:t>
            </a:r>
            <a:endParaRPr/>
          </a:p>
        </p:txBody>
      </p:sp>
      <p:sp>
        <p:nvSpPr>
          <p:cNvPr id="172" name="Google Shape;17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TIME wyświetla lub modyfikuje datę systemową.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Jeżeli nie chcemy ustawiać nowego czasu klikamy ctrl+c.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7"/>
          <p:cNvPicPr preferRelativeResize="0"/>
          <p:nvPr/>
        </p:nvPicPr>
        <p:blipFill rotWithShape="1">
          <a:blip r:embed="rId3">
            <a:alphaModFix/>
          </a:blip>
          <a:srcRect b="0" l="970" r="0" t="0"/>
          <a:stretch/>
        </p:blipFill>
        <p:spPr>
          <a:xfrm>
            <a:off x="370925" y="1669175"/>
            <a:ext cx="603887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DATE</a:t>
            </a:r>
            <a:endParaRPr/>
          </a:p>
        </p:txBody>
      </p:sp>
      <p:sp>
        <p:nvSpPr>
          <p:cNvPr id="179" name="Google Shape;179;p38"/>
          <p:cNvSpPr txBox="1"/>
          <p:nvPr>
            <p:ph idx="1" type="body"/>
          </p:nvPr>
        </p:nvSpPr>
        <p:spPr>
          <a:xfrm>
            <a:off x="311700" y="1078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DATE [rr-mm-dd] - wyświetla lub modyfikuje datę systemową.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81500"/>
            <a:ext cx="6282825" cy="12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EXIT</a:t>
            </a:r>
            <a:endParaRPr/>
          </a:p>
        </p:txBody>
      </p:sp>
      <p:sp>
        <p:nvSpPr>
          <p:cNvPr id="186" name="Google Shape;18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EXIT - zamyka program cmd.exe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59750"/>
            <a:ext cx="5684000" cy="8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cd [dysk: ] [ścieżka] (change directory)</a:t>
            </a:r>
            <a:endParaRPr/>
          </a:p>
        </p:txBody>
      </p:sp>
      <p:sp>
        <p:nvSpPr>
          <p:cNvPr id="193" name="Google Shape;193;p40"/>
          <p:cNvSpPr txBox="1"/>
          <p:nvPr>
            <p:ph idx="1" type="body"/>
          </p:nvPr>
        </p:nvSpPr>
        <p:spPr>
          <a:xfrm>
            <a:off x="311700" y="1127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cd - wyświetla nazwę bieżącego folderu lub go zmienia.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4" name="Google Shape;1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33000"/>
            <a:ext cx="6322875" cy="16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copy [źródło] [przeznaczenie]</a:t>
            </a:r>
            <a:endParaRPr/>
          </a:p>
        </p:txBody>
      </p:sp>
      <p:sp>
        <p:nvSpPr>
          <p:cNvPr id="200" name="Google Shape;20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copy - kopiuje pliki do innej lokalizacji:                                                               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[źródło] oznacza położenie źródłowe kopiowanych plików.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[przeznaczenie] określa miejsce docelowe kopiowanych plików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625" y="1273575"/>
            <a:ext cx="2295700" cy="25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375" y="318175"/>
            <a:ext cx="3400125" cy="45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cls (clean screen)</a:t>
            </a:r>
            <a:endParaRPr/>
          </a:p>
        </p:txBody>
      </p:sp>
      <p:sp>
        <p:nvSpPr>
          <p:cNvPr id="212" name="Google Shape;21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cls - czyści ekran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44" title="Administrator_ Wiersz polecenia 2021-02-08 16-19-1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dir [dysk: ] [ścieżka]</a:t>
            </a:r>
            <a:endParaRPr/>
          </a:p>
        </p:txBody>
      </p:sp>
      <p:sp>
        <p:nvSpPr>
          <p:cNvPr id="225" name="Google Shape;22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dir - wyświetla listę plików i podfolderów danego folderu;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26" name="Google Shape;2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50" y="1722425"/>
            <a:ext cx="42291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del [dysk: ] [ścieżka] [nazwa_pliku]</a:t>
            </a:r>
            <a:endParaRPr/>
          </a:p>
        </p:txBody>
      </p:sp>
      <p:sp>
        <p:nvSpPr>
          <p:cNvPr id="232" name="Google Shape;23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del - usuwa plik lub pliki z folderu.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33" name="Google Shape;23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470" y="445025"/>
            <a:ext cx="3726530" cy="46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mkdir [dysk: ] [ścieżka] / md</a:t>
            </a:r>
            <a:endParaRPr/>
          </a:p>
        </p:txBody>
      </p:sp>
      <p:sp>
        <p:nvSpPr>
          <p:cNvPr id="239" name="Google Shape;23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mkdir - tworzy folder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40" name="Google Shape;24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768525"/>
            <a:ext cx="43338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ren [dysk: ] [ścieżka] [nazwa_pliku1] [nazwa_pliku2]</a:t>
            </a:r>
            <a:endParaRPr/>
          </a:p>
        </p:txBody>
      </p:sp>
      <p:sp>
        <p:nvSpPr>
          <p:cNvPr id="246" name="Google Shape;24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ren(rename) - zmienia nazwę pliku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lub folderów.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47" name="Google Shape;2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169" y="1017725"/>
            <a:ext cx="3281132" cy="40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rd [dysk: ] [ścieżka]</a:t>
            </a:r>
            <a:endParaRPr/>
          </a:p>
        </p:txBody>
      </p:sp>
      <p:sp>
        <p:nvSpPr>
          <p:cNvPr id="253" name="Google Shape;25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rd(remove directory) - usuwa (kasuje) pusty folder. Jeżeli folder nie jest pusty należy wpisać:  </a:t>
            </a:r>
            <a:r>
              <a:rPr b="1" lang="pl">
                <a:solidFill>
                  <a:srgbClr val="FFFFFF"/>
                </a:solidFill>
              </a:rPr>
              <a:t>rd nazwa_pliku /s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254" name="Google Shape;25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775" y="1550050"/>
            <a:ext cx="2136225" cy="35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type [dysk: ] [ścieżka] nazwa_pliku</a:t>
            </a:r>
            <a:endParaRPr/>
          </a:p>
        </p:txBody>
      </p:sp>
      <p:sp>
        <p:nvSpPr>
          <p:cNvPr id="260" name="Google Shape;26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type - wyświetla zawartość pliku tekstowego bez jego modyfikacji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61" name="Google Shape;26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7679" y="1547366"/>
            <a:ext cx="3348650" cy="26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prompt [tekst]</a:t>
            </a:r>
            <a:endParaRPr/>
          </a:p>
        </p:txBody>
      </p:sp>
      <p:sp>
        <p:nvSpPr>
          <p:cNvPr id="267" name="Google Shape;26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prompt - pozwala dostosować wiersz polecenia tak, aby wyświetlał określony przez użytkownika tekst.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$D - data systemowa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$N - litera dysku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$P - ścieżka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$_ - nowy wiersz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pl">
                <a:solidFill>
                  <a:srgbClr val="FFFFFF"/>
                </a:solidFill>
              </a:rPr>
              <a:t>$T - czas systemowy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52" title="Administrator_ Wiersz polecenia 2021-02-08 17-21-1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9000"/>
              <a:t>Polecenia zewnętrzne</a:t>
            </a:r>
            <a:endParaRPr sz="9000"/>
          </a:p>
        </p:txBody>
      </p:sp>
      <p:sp>
        <p:nvSpPr>
          <p:cNvPr id="280" name="Google Shape;280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 txBox="1"/>
          <p:nvPr>
            <p:ph type="ctrTitle"/>
          </p:nvPr>
        </p:nvSpPr>
        <p:spPr>
          <a:xfrm>
            <a:off x="132575" y="1827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4380"/>
              <a:t>Polecenia zewnętrzne</a:t>
            </a:r>
            <a:endParaRPr sz="4380"/>
          </a:p>
        </p:txBody>
      </p:sp>
      <p:sp>
        <p:nvSpPr>
          <p:cNvPr id="286" name="Google Shape;286;p54"/>
          <p:cNvSpPr txBox="1"/>
          <p:nvPr>
            <p:ph idx="1" type="subTitle"/>
          </p:nvPr>
        </p:nvSpPr>
        <p:spPr>
          <a:xfrm>
            <a:off x="132575" y="1050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Polecenia zewnętrzne są realizowane przez zbiory programowe zapisane na dysku. Najważniejsze z nich to :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"/>
          <p:cNvSpPr txBox="1"/>
          <p:nvPr>
            <p:ph type="title"/>
          </p:nvPr>
        </p:nvSpPr>
        <p:spPr>
          <a:xfrm>
            <a:off x="152400" y="39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XCOPY [źródło] [miejsce_docelowe]</a:t>
            </a:r>
            <a:endParaRPr/>
          </a:p>
        </p:txBody>
      </p:sp>
      <p:sp>
        <p:nvSpPr>
          <p:cNvPr id="292" name="Google Shape;292;p55"/>
          <p:cNvSpPr txBox="1"/>
          <p:nvPr>
            <p:ph idx="1" type="body"/>
          </p:nvPr>
        </p:nvSpPr>
        <p:spPr>
          <a:xfrm>
            <a:off x="5410750" y="1155050"/>
            <a:ext cx="3421500" cy="3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Xcopy to polecenie, które może kopiować pliki, katalogi, a nawet całe dyski z jednej lokalizacji do drugiej. Jest to zaawansowana wersja polecenia kopiowania, która ma dodatkowe przełączniki do szczegółowego określania zarówno źródła, jak i miejsca docelowego.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93" name="Google Shape;29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105951" cy="3403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FORMAT [napęd]</a:t>
            </a:r>
            <a:endParaRPr/>
          </a:p>
        </p:txBody>
      </p:sp>
      <p:sp>
        <p:nvSpPr>
          <p:cNvPr id="299" name="Google Shape;299;p56"/>
          <p:cNvSpPr txBox="1"/>
          <p:nvPr>
            <p:ph idx="1" type="body"/>
          </p:nvPr>
        </p:nvSpPr>
        <p:spPr>
          <a:xfrm>
            <a:off x="5284575" y="1164850"/>
            <a:ext cx="3547800" cy="3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Formatuje dysk w określonym woluminie. Polecenie format jest często używane po użyciu polecenia fdisk. Biorąc pod uwagę, jak łatwe jest formatowanie w systemie Windows, polecenie nie jest często używane w wierszu polecenia w systemie Windows. Formatowanie dysku twardego jest niepotrzebne, jeśli chcesz usunąć tylko kilka plików. Polecenie del istnieje, aby usunąć wybrane pliki z wiersza poleceń. 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00" name="Google Shape;30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1295563"/>
            <a:ext cx="5052500" cy="25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DISKCOPY [stacja1] [stacja2:]</a:t>
            </a:r>
            <a:endParaRPr/>
          </a:p>
        </p:txBody>
      </p:sp>
      <p:sp>
        <p:nvSpPr>
          <p:cNvPr id="306" name="Google Shape;306;p57"/>
          <p:cNvSpPr txBox="1"/>
          <p:nvPr>
            <p:ph idx="1" type="body"/>
          </p:nvPr>
        </p:nvSpPr>
        <p:spPr>
          <a:xfrm>
            <a:off x="5944800" y="1170125"/>
            <a:ext cx="2887500" cy="3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Kopiuje zawartość dyskietki ze stacji źródłowej na sformatowaną lub niesformatowaną dyskietkę w stacji docelowej.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07" name="Google Shape;30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640124" cy="284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CHKDSK [ścieżka] </a:t>
            </a:r>
            <a:endParaRPr/>
          </a:p>
        </p:txBody>
      </p:sp>
      <p:sp>
        <p:nvSpPr>
          <p:cNvPr id="313" name="Google Shape;313;p58"/>
          <p:cNvSpPr txBox="1"/>
          <p:nvPr>
            <p:ph idx="1" type="body"/>
          </p:nvPr>
        </p:nvSpPr>
        <p:spPr>
          <a:xfrm>
            <a:off x="5496900" y="1137825"/>
            <a:ext cx="3335400" cy="3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Sprawdza dysk i pliki w poszukiwaniu błędów. Weryfikujący logiczną spójność systemu plików na twardym dysku lub dyskietki. Działanie chkdsk jest analogiczne do działania polecenia fsck w Uniksie.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14" name="Google Shape;31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192101" cy="2657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MORE nazwa_polecenia | more</a:t>
            </a:r>
            <a:endParaRPr/>
          </a:p>
        </p:txBody>
      </p:sp>
      <p:sp>
        <p:nvSpPr>
          <p:cNvPr id="320" name="Google Shape;320;p59"/>
          <p:cNvSpPr txBox="1"/>
          <p:nvPr>
            <p:ph idx="1" type="body"/>
          </p:nvPr>
        </p:nvSpPr>
        <p:spPr>
          <a:xfrm>
            <a:off x="5238450" y="1155050"/>
            <a:ext cx="3594000" cy="3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Polecenie more to narzędzie wiersza poleceń służące do przeglądania zawartości pliku lub plików raz na ekranie. Obsługuje nawigację do przodu i do tyłu w pliku i jest używany głównie do przeglądania zawartości pliku. 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21" name="Google Shape;32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933650" cy="32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MEM</a:t>
            </a:r>
            <a:endParaRPr/>
          </a:p>
        </p:txBody>
      </p:sp>
      <p:sp>
        <p:nvSpPr>
          <p:cNvPr id="327" name="Google Shape;327;p60"/>
          <p:cNvSpPr txBox="1"/>
          <p:nvPr>
            <p:ph idx="1" type="body"/>
          </p:nvPr>
        </p:nvSpPr>
        <p:spPr>
          <a:xfrm>
            <a:off x="5660600" y="1163675"/>
            <a:ext cx="3171600" cy="3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Wyświetla informację o przydzielonych obszarach pamięci, wolnych obszarach pamięci i programach, które są aktualnie załadowane do pamięci w systemie MS-DOS.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28" name="Google Shape;32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355800" cy="291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1"/>
          <p:cNvSpPr txBox="1"/>
          <p:nvPr>
            <p:ph type="title"/>
          </p:nvPr>
        </p:nvSpPr>
        <p:spPr>
          <a:xfrm>
            <a:off x="311700" y="238250"/>
            <a:ext cx="8520600" cy="1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ATTRIB [+r | -r] [+a | -a] [+s | -s] [+h | -h] [[dysk:]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[ścieżka] [nazwa_pliku]] [/s]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1"/>
          <p:cNvSpPr txBox="1"/>
          <p:nvPr>
            <p:ph idx="1" type="body"/>
          </p:nvPr>
        </p:nvSpPr>
        <p:spPr>
          <a:xfrm>
            <a:off x="5100600" y="1431550"/>
            <a:ext cx="3731700" cy="3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Wyświetla, ustawia lub usuwa atrybuty plików i folderów.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W poleceniu można wprowadzić takie opcje jak: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+r, -r ustawia lub usuwa atrybut pliku tylko do odczytu.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+a, -a ustawia lub usuwa atrybut pliku archiwalnego.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+s, -s ustawia lub usuwa atrybut pliku systemowego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FFFFFF"/>
                </a:solidFill>
              </a:rPr>
              <a:t>+h, -h ustawia lub usuwa atrybut pliku ukrytego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FFFFFF"/>
                </a:solidFill>
              </a:rPr>
              <a:t>/s powoduje zmianę atrybutów wszystkich plików w folderze.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35" name="Google Shape;33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5450"/>
            <a:ext cx="4795799" cy="31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