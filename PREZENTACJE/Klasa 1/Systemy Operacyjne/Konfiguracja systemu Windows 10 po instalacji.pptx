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obo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aa7f99d2b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aa7f99d2b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aa7f99d2b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aa7f99d2b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aa7f99d2b9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aa7f99d2b9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aa875177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aa875177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aa7f99d2b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aa7f99d2b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aa7f99d2b9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aa7f99d2b9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aa8751779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aa8751779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pl"/>
              <a:t>Konfiguracja systemu Windows 10 po instalacji</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Ksawery Zelek I TI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Co zrobić po instalacji systemu Windows 10?</a:t>
            </a:r>
            <a:endParaRPr/>
          </a:p>
        </p:txBody>
      </p:sp>
      <p:sp>
        <p:nvSpPr>
          <p:cNvPr id="92" name="Google Shape;92;p1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Po zainstalowaniu systemu zawsze warto zobaczyć czy wszystkie sterowniki są zainstalowane. Ewentualnie można jeszcze sprawdzić na stronie producenta czy są jakieś nowsze sterowniki. Na przykład w przypadku karty graficznej mają one duży wpływ na jej wydajność. Aby sprawdzić czy wszystko jest bądź </a:t>
            </a:r>
            <a:r>
              <a:rPr lang="pl"/>
              <a:t>zaktualizować</a:t>
            </a:r>
            <a:r>
              <a:rPr lang="pl"/>
              <a:t> sterowniki to należy :</a:t>
            </a:r>
            <a:endParaRPr/>
          </a:p>
          <a:p>
            <a:pPr indent="0" lvl="0" marL="0" rtl="0" algn="l">
              <a:spcBef>
                <a:spcPts val="1600"/>
              </a:spcBef>
              <a:spcAft>
                <a:spcPts val="0"/>
              </a:spcAft>
              <a:buNone/>
            </a:pPr>
            <a:r>
              <a:rPr b="1" lang="pl" sz="1200"/>
              <a:t>Start </a:t>
            </a:r>
            <a:r>
              <a:rPr lang="pl" sz="1200"/>
              <a:t>/ </a:t>
            </a:r>
            <a:r>
              <a:rPr b="1" lang="pl" sz="1200"/>
              <a:t>System </a:t>
            </a:r>
            <a:r>
              <a:rPr lang="pl" sz="1200"/>
              <a:t>/ </a:t>
            </a:r>
            <a:r>
              <a:rPr b="1" lang="pl" sz="1200"/>
              <a:t>Ten komputer </a:t>
            </a:r>
            <a:r>
              <a:rPr lang="pl" sz="1200"/>
              <a:t>/ </a:t>
            </a:r>
            <a:r>
              <a:rPr b="1" lang="pl" sz="1200"/>
              <a:t>Więcej </a:t>
            </a:r>
            <a:r>
              <a:rPr lang="pl" sz="1200"/>
              <a:t>/ </a:t>
            </a:r>
            <a:r>
              <a:rPr b="1" lang="pl" sz="1200"/>
              <a:t>Zarządzaj </a:t>
            </a:r>
            <a:r>
              <a:rPr lang="pl" sz="1200"/>
              <a:t>/ </a:t>
            </a:r>
            <a:r>
              <a:rPr b="1" lang="pl" sz="1200"/>
              <a:t>Menedżer urządzeń </a:t>
            </a:r>
            <a:r>
              <a:rPr lang="pl" sz="1200"/>
              <a:t>// JEŻELI CHCEMY ZOBACZYĆ CZY NIE MA </a:t>
            </a:r>
            <a:r>
              <a:rPr lang="pl" sz="1200" u="sng"/>
              <a:t>NOWSZYCH STEROWNIKÓW</a:t>
            </a:r>
            <a:r>
              <a:rPr lang="pl" sz="1200"/>
              <a:t> // </a:t>
            </a:r>
            <a:r>
              <a:rPr b="1" lang="pl" sz="1200"/>
              <a:t>Aktualizuj sterownik </a:t>
            </a:r>
            <a:endParaRPr sz="1200"/>
          </a:p>
          <a:p>
            <a:pPr indent="0" lvl="0" marL="0" rtl="0" algn="l">
              <a:spcBef>
                <a:spcPts val="1600"/>
              </a:spcBef>
              <a:spcAft>
                <a:spcPts val="1600"/>
              </a:spcAft>
              <a:buNone/>
            </a:pPr>
            <a:r>
              <a:rPr lang="pl"/>
              <a:t>Jeżeli zostaniemy poproszeni o </a:t>
            </a:r>
            <a:r>
              <a:rPr lang="pl" u="sng"/>
              <a:t>ponowne uruchomienie</a:t>
            </a:r>
            <a:r>
              <a:rPr lang="pl"/>
              <a:t> komputera </a:t>
            </a:r>
            <a:r>
              <a:rPr b="1" lang="pl"/>
              <a:t>należy to zrobić.</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PRZYKŁADOWY STEROWNIK DO KARTY RTX 3090 NA WINDOWSA NA WERSJĘ 64-BIT </a:t>
            </a:r>
            <a:endParaRPr/>
          </a:p>
        </p:txBody>
      </p:sp>
      <p:sp>
        <p:nvSpPr>
          <p:cNvPr id="98" name="Google Shape;98;p15"/>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t/>
            </a:r>
            <a:endParaRPr/>
          </a:p>
        </p:txBody>
      </p:sp>
      <p:pic>
        <p:nvPicPr>
          <p:cNvPr id="99" name="Google Shape;99;p15"/>
          <p:cNvPicPr preferRelativeResize="0"/>
          <p:nvPr/>
        </p:nvPicPr>
        <p:blipFill>
          <a:blip r:embed="rId3">
            <a:alphaModFix/>
          </a:blip>
          <a:stretch>
            <a:fillRect/>
          </a:stretch>
        </p:blipFill>
        <p:spPr>
          <a:xfrm>
            <a:off x="311699" y="1387475"/>
            <a:ext cx="6662623" cy="3339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Konfiguracja karty sieciowej</a:t>
            </a:r>
            <a:endParaRPr/>
          </a:p>
        </p:txBody>
      </p:sp>
      <p:sp>
        <p:nvSpPr>
          <p:cNvPr id="105" name="Google Shape;105;p16"/>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Po zainstalowaniu systemu jeżeli komputer nie może </a:t>
            </a:r>
            <a:r>
              <a:rPr lang="pl"/>
              <a:t>znaleźć</a:t>
            </a:r>
            <a:r>
              <a:rPr lang="pl"/>
              <a:t> karty sieciowej należy wykonać ten schemat.        </a:t>
            </a:r>
            <a:endParaRPr/>
          </a:p>
          <a:p>
            <a:pPr indent="0" lvl="0" marL="0" rtl="0" algn="l">
              <a:spcBef>
                <a:spcPts val="1600"/>
              </a:spcBef>
              <a:spcAft>
                <a:spcPts val="0"/>
              </a:spcAft>
              <a:buNone/>
            </a:pPr>
            <a:r>
              <a:rPr b="1" lang="pl" sz="1200"/>
              <a:t>Start</a:t>
            </a:r>
            <a:r>
              <a:rPr lang="pl" sz="1200"/>
              <a:t> / </a:t>
            </a:r>
            <a:r>
              <a:rPr b="1" lang="pl" sz="1200"/>
              <a:t>system </a:t>
            </a:r>
            <a:r>
              <a:rPr lang="pl" sz="1200"/>
              <a:t>/ </a:t>
            </a:r>
            <a:r>
              <a:rPr b="1" lang="pl" sz="1200"/>
              <a:t>Panel sterowania </a:t>
            </a:r>
            <a:r>
              <a:rPr lang="pl" sz="1200"/>
              <a:t>/ </a:t>
            </a:r>
            <a:r>
              <a:rPr b="1" lang="pl" sz="1200"/>
              <a:t>Sieć </a:t>
            </a:r>
            <a:r>
              <a:rPr b="1" lang="pl" sz="1200"/>
              <a:t>i Internet</a:t>
            </a:r>
            <a:r>
              <a:rPr lang="pl" sz="1200"/>
              <a:t> / </a:t>
            </a:r>
            <a:r>
              <a:rPr b="1" lang="pl" sz="1200"/>
              <a:t>Centrum sieci i udostępniania</a:t>
            </a:r>
            <a:r>
              <a:rPr lang="pl" sz="1200"/>
              <a:t> / </a:t>
            </a:r>
            <a:r>
              <a:rPr b="1" lang="pl" sz="1200"/>
              <a:t>Zmień ustawienia Karty sieciowej</a:t>
            </a:r>
            <a:r>
              <a:rPr lang="pl" sz="1200"/>
              <a:t> / </a:t>
            </a:r>
            <a:r>
              <a:rPr b="1" lang="pl" sz="1200"/>
              <a:t>Połączenia Sieciowe</a:t>
            </a:r>
            <a:r>
              <a:rPr lang="pl" sz="1200"/>
              <a:t> // W </a:t>
            </a:r>
            <a:r>
              <a:rPr lang="pl" sz="1200" u="sng"/>
              <a:t>połączeniu</a:t>
            </a:r>
            <a:r>
              <a:rPr lang="pl" sz="1200" u="sng"/>
              <a:t> lokalnym</a:t>
            </a:r>
            <a:r>
              <a:rPr lang="pl" sz="1200"/>
              <a:t> klikamy </a:t>
            </a:r>
            <a:r>
              <a:rPr lang="pl" sz="1200" u="sng"/>
              <a:t>prawym przyciskiem myszy</a:t>
            </a:r>
            <a:r>
              <a:rPr lang="pl" sz="1200"/>
              <a:t> </a:t>
            </a:r>
            <a:r>
              <a:rPr b="1" lang="pl" sz="1200"/>
              <a:t>Właściwości</a:t>
            </a:r>
            <a:r>
              <a:rPr lang="pl"/>
              <a:t>                                                                                           </a:t>
            </a:r>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7"/>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12" name="Google Shape;112;p17"/>
          <p:cNvPicPr preferRelativeResize="0"/>
          <p:nvPr/>
        </p:nvPicPr>
        <p:blipFill>
          <a:blip r:embed="rId3">
            <a:alphaModFix/>
          </a:blip>
          <a:stretch>
            <a:fillRect/>
          </a:stretch>
        </p:blipFill>
        <p:spPr>
          <a:xfrm>
            <a:off x="0" y="120329"/>
            <a:ext cx="9143999" cy="49028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Konfiguracja karty grafiki</a:t>
            </a:r>
            <a:endParaRPr/>
          </a:p>
        </p:txBody>
      </p:sp>
      <p:sp>
        <p:nvSpPr>
          <p:cNvPr id="118" name="Google Shape;118;p18"/>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l"/>
              <a:t>Jeżeli karta graficzna została dobrze rozpoznana, to sterowniki raczej są już zainstalowana. Jeżeli zaś chcemy zainstalować sterowniki to należy sprawdzić czy nie ma nowszej wersji na stronie producenta (slajd 3). Po tym trzeba ustawić </a:t>
            </a:r>
            <a:r>
              <a:rPr lang="pl"/>
              <a:t>rozdzielczość</a:t>
            </a:r>
            <a:r>
              <a:rPr lang="pl"/>
              <a:t> oraz </a:t>
            </a:r>
            <a:r>
              <a:rPr lang="pl"/>
              <a:t>liczbę wyświetlanych kolorów do monitora.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Konfiguracja karty dźwiękowej</a:t>
            </a:r>
            <a:endParaRPr/>
          </a:p>
        </p:txBody>
      </p:sp>
      <p:sp>
        <p:nvSpPr>
          <p:cNvPr id="124" name="Google Shape;124;p19"/>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Kartę</a:t>
            </a:r>
            <a:r>
              <a:rPr lang="pl"/>
              <a:t> dźwiękową należy poprawnie skonfigurować. Zintegrowaną Kartę dźwiękową wyłączamy lub włączmy w BIOS-ie.  W systemie windows aby </a:t>
            </a:r>
            <a:r>
              <a:rPr lang="pl"/>
              <a:t>skonfigurować</a:t>
            </a:r>
            <a:r>
              <a:rPr lang="pl"/>
              <a:t> kartę dźwiękową należy :</a:t>
            </a:r>
            <a:endParaRPr/>
          </a:p>
          <a:p>
            <a:pPr indent="0" lvl="0" marL="0" rtl="0" algn="l">
              <a:spcBef>
                <a:spcPts val="1600"/>
              </a:spcBef>
              <a:spcAft>
                <a:spcPts val="1600"/>
              </a:spcAft>
              <a:buNone/>
            </a:pPr>
            <a:r>
              <a:rPr b="1" lang="pl" sz="1200"/>
              <a:t>Panel Sterowania </a:t>
            </a:r>
            <a:r>
              <a:rPr lang="pl" sz="1200"/>
              <a:t>/ </a:t>
            </a:r>
            <a:r>
              <a:rPr b="1" lang="pl" sz="1200"/>
              <a:t>system </a:t>
            </a:r>
            <a:r>
              <a:rPr lang="pl" sz="1200"/>
              <a:t>/ </a:t>
            </a:r>
            <a:r>
              <a:rPr b="1" lang="pl" sz="1200"/>
              <a:t>sprzęt </a:t>
            </a:r>
            <a:r>
              <a:rPr lang="pl" sz="1200"/>
              <a:t>/ </a:t>
            </a:r>
            <a:r>
              <a:rPr b="1" lang="pl" sz="1200"/>
              <a:t>Menedżer urządzeń </a:t>
            </a:r>
            <a:r>
              <a:rPr lang="pl" sz="1200"/>
              <a:t>/ </a:t>
            </a:r>
            <a:r>
              <a:rPr b="1" lang="pl" sz="1200"/>
              <a:t>Ustawienia dźwięku, wideo i gier </a:t>
            </a:r>
            <a:r>
              <a:rPr lang="pl" sz="1200"/>
              <a:t>/ </a:t>
            </a:r>
            <a:r>
              <a:rPr b="1" lang="pl" sz="1200"/>
              <a:t>Parametry karty dźwiękowej</a:t>
            </a:r>
            <a:endParaRPr b="1"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52050" y="42235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KONIEC</a:t>
            </a:r>
            <a:endParaRPr/>
          </a:p>
        </p:txBody>
      </p:sp>
      <p:sp>
        <p:nvSpPr>
          <p:cNvPr id="130" name="Google Shape;130;p20"/>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pl"/>
              <a:t>Dziękuje za oglądnięcie mojej prezentacji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