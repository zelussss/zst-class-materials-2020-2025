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ec69283c2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ec69283c2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ec69283c2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ec69283c2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ec69283c2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ec69283c2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c69283c2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c69283c2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c69283c2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c69283c2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ec69283c2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ec69283c2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c69283c2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ec69283c2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c69283c25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ec69283c25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ec69283c2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ec69283c2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c69283c25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ec69283c2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c69283c25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ec69283c2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ec69283c2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ec69283c2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c69283c2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c69283c2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ec69283c25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ec69283c25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[C+</a:t>
            </a:r>
            <a:r>
              <a:rPr lang="pl"/>
              <a:t>+] Klasa biblioteczna         std::string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5156300" y="3238450"/>
            <a:ext cx="3565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|</a:t>
            </a:r>
            <a:r>
              <a:rPr lang="pl"/>
              <a:t> Ksawery Zelek </a:t>
            </a:r>
            <a:r>
              <a:rPr b="1" lang="pl"/>
              <a:t>|</a:t>
            </a:r>
            <a:r>
              <a:rPr lang="pl"/>
              <a:t> 4TI </a:t>
            </a:r>
            <a:r>
              <a:rPr b="1" lang="pl"/>
              <a:t>|</a:t>
            </a:r>
            <a:r>
              <a:rPr lang="pl"/>
              <a:t> numer: 31 </a:t>
            </a:r>
            <a:r>
              <a:rPr b="1" lang="pl"/>
              <a:t>|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332950" y="575950"/>
            <a:ext cx="838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Dlaczego klasa std::string została wprowadzona?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342800" y="1595775"/>
            <a:ext cx="83889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Klasa </a:t>
            </a:r>
            <a:r>
              <a:rPr b="1" lang="pl"/>
              <a:t>std::string </a:t>
            </a:r>
            <a:r>
              <a:rPr lang="pl"/>
              <a:t>w języku C++ została wprowadzona, aby ułatwić manipulację napisami znakowymi. Wcześniej, w języku C, obsługa napisów była bardziej uciążliwa, ponieważ wymagała ręcznego zarządzania pamięcią i nie miała wbudowanych mechanizmów ułatwiających operacje na napisach. Klasy string w C++ miały na celu zautomatyzowanie wielu operacji na napisach, jednocześnie zapewniając bezpieczne zarządzanie pamięcią.</a:t>
            </a:r>
            <a:endParaRPr/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09" y="3799101"/>
            <a:ext cx="1024050" cy="115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54275" y="575950"/>
            <a:ext cx="836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Więc dlaczego ją wprowadzili? - krótko	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64096" y="1595775"/>
            <a:ext cx="8367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Pomysł na wprowadzenie tej klasy wynikał z potrzeby zapewnienia programistom prostego i efektywnego narzędzia do pracy z napisami, jednocześnie eliminując potencjalne pułapki związane z zarządzaniem pamięcią.</a:t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75" y="2887500"/>
            <a:ext cx="1878975" cy="18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75625" y="575950"/>
            <a:ext cx="83463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Jakie są zalety i wady tej klasy?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75624" y="1602675"/>
            <a:ext cx="3756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700"/>
              <a:t>Zalety</a:t>
            </a:r>
            <a:endParaRPr b="1" sz="17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Dynamiczna długość i elastyczne zarządzanie pamięcią.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Bezpieczeństwo operacji, eliminacja ryzyka przepełnienia bufora.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Część standardowej biblioteki C++, co zapewnia przenośność kodu.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Bogate wsparcie dla operacji na napisach.</a:t>
            </a:r>
            <a:endParaRPr/>
          </a:p>
        </p:txBody>
      </p:sp>
      <p:sp>
        <p:nvSpPr>
          <p:cNvPr id="94" name="Google Shape;94;p16"/>
          <p:cNvSpPr txBox="1"/>
          <p:nvPr>
            <p:ph idx="2" type="body"/>
          </p:nvPr>
        </p:nvSpPr>
        <p:spPr>
          <a:xfrm>
            <a:off x="4868176" y="1602675"/>
            <a:ext cx="38538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Wady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Nieco mniejsza efektywność w niektórych przypadkach.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Niemutowalność, co może prowadzić do dodatkowego zużycia pamięci.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"/>
              <a:t>Możliwość rzucania wyjątkami, zwłaszcza przy alokacji pamięci.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9500" y="275000"/>
            <a:ext cx="8475600" cy="5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Przegląd konstruktorów klasy std::string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34200" y="2571750"/>
            <a:ext cx="84756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2. 	</a:t>
            </a:r>
            <a:r>
              <a:rPr b="1" lang="pl" sz="1600"/>
              <a:t>string( const char * </a:t>
            </a:r>
            <a:r>
              <a:rPr b="1" lang="pl" sz="1600" u="sng"/>
              <a:t>cstr</a:t>
            </a:r>
            <a:r>
              <a:rPr b="1" lang="pl" sz="1600"/>
              <a:t> 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/>
              <a:t>Jest to konstruktor, którego argumentem jest wskaźnik do C-stringu. Oto jak na przykład można się posłużyć tym konstruktorem.</a:t>
            </a:r>
            <a:endParaRPr sz="1600"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9500" y="1069213"/>
            <a:ext cx="84756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1. 	</a:t>
            </a:r>
            <a:r>
              <a:rPr b="1" lang="pl" sz="1600"/>
              <a:t>string()</a:t>
            </a:r>
            <a:r>
              <a:rPr lang="pl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/>
              <a:t>W rezultacie powstaje obiekt klasy string, który nie jest niczym inicjalizowany, czyli (wstępnie) jest pusty.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0675" y="1964613"/>
            <a:ext cx="1853239" cy="5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9825" y="3728925"/>
            <a:ext cx="3464349" cy="130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9500" y="3073275"/>
            <a:ext cx="84756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4. 	</a:t>
            </a:r>
            <a:r>
              <a:rPr b="1" lang="pl" sz="1600"/>
              <a:t>string( size_t </a:t>
            </a:r>
            <a:r>
              <a:rPr b="1" lang="pl" sz="1600" u="sng"/>
              <a:t>ile</a:t>
            </a:r>
            <a:r>
              <a:rPr b="1" lang="pl" sz="1600"/>
              <a:t>, char </a:t>
            </a:r>
            <a:r>
              <a:rPr b="1" lang="pl" sz="1600" u="sng"/>
              <a:t>znak</a:t>
            </a:r>
            <a:r>
              <a:rPr b="1" lang="pl" sz="1600"/>
              <a:t> )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l" sz="1600"/>
              <a:t>→ znak: argument typu char, określający znak, który ma być wielokrotnie powtarzany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/>
              <a:t>→ ile: liczba określająca, jak długi ma być tekst</a:t>
            </a:r>
            <a:endParaRPr sz="1600"/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319500" y="275000"/>
            <a:ext cx="8475600" cy="5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Przegląd konstruktorów klasy std::string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9500" y="949975"/>
            <a:ext cx="8475600" cy="18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3.	</a:t>
            </a:r>
            <a:r>
              <a:rPr b="1" lang="pl" sz="1600"/>
              <a:t>string( const char * </a:t>
            </a:r>
            <a:r>
              <a:rPr b="1" lang="pl" sz="1600" u="sng"/>
              <a:t>cstr</a:t>
            </a:r>
            <a:r>
              <a:rPr b="1" lang="pl" sz="1600"/>
              <a:t>, size_t </a:t>
            </a:r>
            <a:r>
              <a:rPr b="1" lang="pl" sz="1600" u="sng"/>
              <a:t>ile</a:t>
            </a:r>
            <a:r>
              <a:rPr b="1" lang="pl" sz="1600"/>
              <a:t> )</a:t>
            </a:r>
            <a:r>
              <a:rPr lang="pl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/>
              <a:t>→ ile: jest argumentem określającym, ile znaków konstruktor ma przeczytać,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1600"/>
              <a:t>→ cstr: wskaźnik do c-str</a:t>
            </a:r>
            <a:endParaRPr sz="1600"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850" y="1888875"/>
            <a:ext cx="39243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213" y="4037388"/>
            <a:ext cx="20669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9500" y="275000"/>
            <a:ext cx="8475600" cy="52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Przegląd konstruktorów klasy std::string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9500" y="949975"/>
            <a:ext cx="8475600" cy="18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600"/>
              <a:t>5</a:t>
            </a:r>
            <a:r>
              <a:rPr lang="pl" sz="1600"/>
              <a:t>.	</a:t>
            </a:r>
            <a:r>
              <a:rPr b="1" lang="pl" sz="1600"/>
              <a:t>string( const string&amp; </a:t>
            </a:r>
            <a:r>
              <a:rPr b="1" lang="pl" sz="1600" u="sng"/>
              <a:t>inny_string</a:t>
            </a:r>
            <a:r>
              <a:rPr b="1" lang="pl" sz="1600"/>
              <a:t>, size_t </a:t>
            </a:r>
            <a:r>
              <a:rPr b="1" lang="pl" sz="1600" u="sng"/>
              <a:t>pozycja</a:t>
            </a:r>
            <a:r>
              <a:rPr b="1" lang="pl" sz="1600"/>
              <a:t>, size_t </a:t>
            </a:r>
            <a:r>
              <a:rPr b="1" lang="pl" sz="1600" u="sng"/>
              <a:t>ile</a:t>
            </a:r>
            <a:r>
              <a:rPr b="1" lang="pl" sz="1600"/>
              <a:t> )</a:t>
            </a:r>
            <a:r>
              <a:rPr lang="pl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600"/>
              <a:t>Konstruktor ten ze wskazanego mu innego obiektu klasy string bierze znaki począwszy od wskazanej pozycji (pozycje numerujemy od 0). Liczbę pobranych w sumie znaków określa argument ile.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850" y="2571750"/>
            <a:ext cx="31623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54275" y="575950"/>
            <a:ext cx="836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Czy można dodawać/odejmować stringi?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64096" y="1595775"/>
            <a:ext cx="8367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W języku C++, stringi można dodawać, łącząc je za pomocą operatora +, a także modyfikować poprzez usuwanie i </a:t>
            </a:r>
            <a:r>
              <a:rPr lang="pl"/>
              <a:t>zmianę</a:t>
            </a:r>
            <a:r>
              <a:rPr lang="pl"/>
              <a:t> fragmentów. Odejmowanie stringów nie ma standardowego znaczenia, ale można usunąć lub zamienić fragment napisu. W przypadku tradycyjnych C-stringów, operacje manipulacji, takie jak konkatenacja (strcat) lub zamiana (strcpy), również są dostępne.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NAJWAŻNIEJSZE FUNKCJE SKŁADOWE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54275" y="23088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size_t capacity()</a:t>
            </a:r>
            <a:endParaRPr sz="2300"/>
          </a:p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354275" y="3237625"/>
            <a:ext cx="39483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800"/>
              <a:t>string substr( size_t p, size_t n = string::npos )</a:t>
            </a:r>
            <a:endParaRPr sz="1800"/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54275" y="148830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size_t string::</a:t>
            </a:r>
            <a:r>
              <a:rPr lang="pl" sz="2300"/>
              <a:t>length</a:t>
            </a:r>
            <a:r>
              <a:rPr lang="pl" sz="2300"/>
              <a:t>()</a:t>
            </a:r>
            <a:endParaRPr sz="2300"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54275" y="39499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size_t find( </a:t>
            </a:r>
            <a:r>
              <a:rPr b="1" lang="pl" sz="2300"/>
              <a:t>“jest kilka opcji” </a:t>
            </a:r>
            <a:r>
              <a:rPr lang="pl" sz="2300"/>
              <a:t>)</a:t>
            </a:r>
            <a:endParaRPr sz="2300"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54275" y="6677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size_t string::size()</a:t>
            </a:r>
            <a:endParaRPr sz="2300"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773575" y="6677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Pokazuje, ile znaków jest w zmiennej</a:t>
            </a:r>
            <a:endParaRPr sz="23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773575" y="148830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ct val="47826"/>
              <a:buFont typeface="Arial"/>
              <a:buNone/>
            </a:pPr>
            <a:r>
              <a:rPr lang="pl" sz="2300"/>
              <a:t>Pokazuje, ile znaków jest w zmiennej</a:t>
            </a:r>
            <a:endParaRPr sz="2300"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4773575" y="2117150"/>
            <a:ext cx="39483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Pokazuje, jak duża jest bieżąca rezerwacja </a:t>
            </a:r>
            <a:r>
              <a:rPr lang="pl" sz="2300"/>
              <a:t>miejsca</a:t>
            </a:r>
            <a:endParaRPr sz="2300"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4773575" y="3130925"/>
            <a:ext cx="39483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Funkcja wydobywa z głównego stringu inny podstring</a:t>
            </a:r>
            <a:endParaRPr sz="2300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773575" y="39499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Poszukuje podane znaki</a:t>
            </a:r>
            <a:endParaRPr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54275" y="23088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void clear()</a:t>
            </a:r>
            <a:endParaRPr sz="2300"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54275" y="148830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[...] .at( size_t poz )</a:t>
            </a:r>
            <a:endParaRPr sz="2300"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54275" y="667750"/>
            <a:ext cx="3948300" cy="5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const char* c_str()</a:t>
            </a:r>
            <a:endParaRPr sz="2300"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4773575" y="571900"/>
            <a:ext cx="39483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udostępnia treść klasy string w postaci C-stringu</a:t>
            </a:r>
            <a:endParaRPr sz="2300"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773575" y="1392450"/>
            <a:ext cx="39483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Odnosi się w danym stringu do wybranego arg. </a:t>
            </a:r>
            <a:r>
              <a:rPr b="1" lang="pl" sz="2300"/>
              <a:t>poz</a:t>
            </a:r>
            <a:endParaRPr b="1" sz="2300"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773575" y="2326050"/>
            <a:ext cx="3948300" cy="4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2300"/>
              <a:t>Kasuje </a:t>
            </a:r>
            <a:r>
              <a:rPr lang="pl" sz="2300"/>
              <a:t>dotychczasową</a:t>
            </a:r>
            <a:r>
              <a:rPr lang="pl" sz="2300"/>
              <a:t> treść obiektu</a:t>
            </a:r>
            <a:endParaRPr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Przykładowe użycie klasy std::string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l"/>
              <a:t>2 przykłady</a:t>
            </a:r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14480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Klasa zwierze</a:t>
            </a:r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638" y="784400"/>
            <a:ext cx="5046720" cy="405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00" y="3325125"/>
            <a:ext cx="1818375" cy="18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144800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Klasa Figura Geometryczna</a:t>
            </a:r>
            <a:endParaRPr/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775" y="784400"/>
            <a:ext cx="5254435" cy="40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DZIĘKUJĘ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