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395BC4-F857-4FFB-ABA2-A7E4373B2C1B}">
  <a:tblStyle styleId="{82395BC4-F857-4FFB-ABA2-A7E4373B2C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a3a029241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a3a029241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3a029241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3a029241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3a029241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3a029241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3a029241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3a029241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3a029241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3a029241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3a029241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3a029241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3a029241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3a029241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3a029241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3a029241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3a029241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a3a029241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3a029241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a3a029241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3a029241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a3a029241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3a029241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3a029241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3a029241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3a029241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3a029241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3a029241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3a029241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a3a029241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Przykłady użycia kwerend SQL</a:t>
            </a:r>
            <a:endParaRPr b="1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Autor: Zelek Ksawery 4TI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TYPY KWEREND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wybierające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Proste kwerendy selekcji </a:t>
            </a:r>
            <a:r>
              <a:rPr i="1" lang="pl"/>
              <a:t>(Simple Select Queries)</a:t>
            </a:r>
            <a:endParaRPr i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Służą do wybierania danych z jednej lub wielu tabel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Pozwalają na określanie warunków, sortowanie i grupowanie wyników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Przykład</a:t>
            </a:r>
            <a:endParaRPr/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952500" y="305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{82395BC4-F857-4FFB-ABA2-A7E4373B2C1B}</a:tableStyleId>
              </a:tblPr>
              <a:tblGrid>
                <a:gridCol w="72390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53875"/>
            <a:ext cx="9143999" cy="106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Parametrowe </a:t>
            </a:r>
            <a:r>
              <a:rPr i="1" lang="pl"/>
              <a:t>(Parameter Queries)</a:t>
            </a:r>
            <a:endParaRPr i="1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Pozwalają użytkownikowi wprowadzać parametry podczas wykonywania kwerendy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Parametry umożliwiają dynamiczne dostosowywanie wyników zapytania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Przykład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/>
              <a:t>PARAMETERS DataOd DateTime, DataDo DateTime;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/>
              <a:t>SELECT * FROM Zamowienia WHERE DataZamowienia BETWEEN DataOd AND DataDo;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Łączące Tabele </a:t>
            </a:r>
            <a:r>
              <a:rPr i="1" lang="pl"/>
              <a:t>(Join Queries)</a:t>
            </a:r>
            <a:endParaRPr i="1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Służą do łączenia danych z dwóch lub więcej tabel na podstawie kluczy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Wykorzystują </a:t>
            </a:r>
            <a:r>
              <a:rPr lang="pl"/>
              <a:t>klauzulę</a:t>
            </a:r>
            <a:r>
              <a:rPr lang="pl"/>
              <a:t> ‘JOIN’ do określenia, jak łączyć dane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Przykład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80467"/>
            <a:ext cx="9143999" cy="1060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Funkcjonalne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Aktualizujące </a:t>
            </a:r>
            <a:r>
              <a:rPr i="1" lang="pl"/>
              <a:t>(Update Queries)</a:t>
            </a:r>
            <a:endParaRPr i="1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Służą do aktualizowania danych w istniejących rekordach w tabeli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Pozwalają na modyfikację wartości w </a:t>
            </a:r>
            <a:r>
              <a:rPr lang="pl"/>
              <a:t>określonych</a:t>
            </a:r>
            <a:r>
              <a:rPr lang="pl"/>
              <a:t> kolumnach na podstawie warunków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Przykład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29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Dodające </a:t>
            </a:r>
            <a:r>
              <a:rPr i="1" lang="pl"/>
              <a:t>(Append Queries)</a:t>
            </a:r>
            <a:endParaRPr i="1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Pozwalają na dodawanie nowych rekordów do tabeli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Umożliwiają kopiowanie danych z jednej tabeli do drugiej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Przykład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02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Usuwające </a:t>
            </a:r>
            <a:r>
              <a:rPr i="1" lang="pl"/>
              <a:t>(Delete Queries)</a:t>
            </a:r>
            <a:endParaRPr i="1"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Służą do usuwania rekordów z tabeli na podstawie określonych warunków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Przykład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687" y="2197275"/>
            <a:ext cx="7526626" cy="27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Kwerendy Tworzące </a:t>
            </a:r>
            <a:r>
              <a:rPr i="1" lang="pl"/>
              <a:t>(Make-Table Queries)</a:t>
            </a:r>
            <a:endParaRPr i="1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Pozwalają na tworzenie nowych tabel na podstawie wyników innych kwerend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Przykład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5079"/>
            <a:ext cx="9144000" cy="1923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PRZYKŁADY UŻYCIA KWEREND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Gdzie używa się kwerend?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616161"/>
                </a:solidFill>
              </a:rPr>
              <a:t>Kwerendy SQL są powszechnie stosowane we wszelkiego rodzaju aplikacjach i systemach, w tym w systemach biznesowych, aplikacjach internetowych, analizie danych, systemach finansowych, edukacyjnych, logistycznych, administracji systemami, medycznych itp. Są wykorzystywane do pobierania, przetwarzania i analizy danych, a także do generowania raportów, monitorowania wydajności bazy danych oraz zarządzania różnymi aspektami działalności organizacji.</a:t>
            </a:r>
            <a:endParaRPr sz="2400">
              <a:solidFill>
                <a:srgbClr val="61616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247575" y="879300"/>
            <a:ext cx="8584800" cy="30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DZIĘKUJĘ ZA UWAGĘ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