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Ralew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italic.fntdata"/><Relationship Id="rId25" Type="http://schemas.openxmlformats.org/officeDocument/2006/relationships/font" Target="fonts/Raleway-bold.fntdata"/><Relationship Id="rId27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39b7a25bc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39b7a25bc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9b7a25bcd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9b7a25bcd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9b7a25bc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39b7a25bc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9b7a25bc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9b7a25bc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39b7a25bc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39b7a25bc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9b7a25bc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9b7a25bc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9b7a25bcd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39b7a25bcd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9b7a25bc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9b7a25bc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9b7a25bc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9b7a25bc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39b7a25bc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39b7a25bc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9b7a25bc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9b7a25bc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39b7a25bc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39b7a25bc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9b7a25bc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39b7a25bc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9b7a25bc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9b7a25bc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39b7a25bc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39b7a25bc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9b7a25bcd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9b7a25bcd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9b7a25bc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9b7a25bc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l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Półprzewodnikowe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Autor: Ksawery Zelek 5TI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to są diody półprzewodnikowe?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30555"/>
              <a:buFont typeface="Arial"/>
              <a:buNone/>
            </a:pPr>
            <a:r>
              <a:rPr lang="pl" sz="3600"/>
              <a:t>Co to są diody półprzewodnikowe?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Dioda to </a:t>
            </a:r>
            <a:r>
              <a:rPr lang="pl">
                <a:solidFill>
                  <a:schemeClr val="dk2"/>
                </a:solidFill>
              </a:rPr>
              <a:t>podzespół</a:t>
            </a:r>
            <a:r>
              <a:rPr lang="pl">
                <a:solidFill>
                  <a:schemeClr val="dk2"/>
                </a:solidFill>
              </a:rPr>
              <a:t> elektroniczny, który umożliwia przepływ prądu elektrycznego jedynie w jednym kierunku, korzystając z dwóch końcówek – anody i katody.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301" y="3068050"/>
            <a:ext cx="3001676" cy="150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9492" y="3068048"/>
            <a:ext cx="3590485" cy="150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 to anoda i katoda?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l">
                <a:solidFill>
                  <a:schemeClr val="dk2"/>
                </a:solidFill>
              </a:rPr>
              <a:t>Anoda - </a:t>
            </a:r>
            <a:r>
              <a:rPr lang="pl">
                <a:solidFill>
                  <a:schemeClr val="dk2"/>
                </a:solidFill>
              </a:rPr>
              <a:t>to elektroda, przez którą prąd wpływa do urządzenia lub komponentu elektronicznego. Zwykle posiada dodatnie napięcie w stosunku do katody i jest miejscem, gdzie zachodzą procesy utleniania.</a:t>
            </a:r>
            <a:endParaRPr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Katoda - to elektroda, przez którą prąd wypływa z urządzenia lub komponentu. Zwykle ma ujemne napięcie w porównaniu do anody i jest miejscem, gdzie zachodzą procesy redukcji.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Zasada działania diody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Zasada działania	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Dioda to półprzewodnikowy komponent, który w zasadzie funkcjonuje jak przełącznik, pozwalając na przepływ prądu w jednym kierunku. Umożliwia swobodny przepływ prądu w jednym kierunku, natomiast znacznie utrudnia jego przepływ w kierunku przeciwnym. Polaryzacja diody jest określona przez anodę (biegun dodatni) oraz katodę (biegun ujemny), a większość diod przewodzi prąd jedynie wtedy, gdy do anody podłączone jest dodatnie napięcie.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875" y="672865"/>
            <a:ext cx="6432249" cy="379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Rodzaje </a:t>
            </a:r>
            <a:r>
              <a:rPr lang="pl"/>
              <a:t>diod</a:t>
            </a:r>
            <a:r>
              <a:rPr lang="pl"/>
              <a:t> półprzewodnikowych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prostownicze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545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 sz="1800">
                <a:solidFill>
                  <a:schemeClr val="dk2"/>
                </a:solidFill>
              </a:rPr>
              <a:t>Diody prostownicze są używane do konwersji prądu zmiennego na prąd stały, co czyni je kluczowymi w zasilaczach. Charakteryzują się wysoką wydajnością w kierunku przewodzenia oraz dużą odpornością na odwrotne napięcia.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800" y="1034550"/>
            <a:ext cx="3074400" cy="307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Zenera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544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Diody Zenera są projektowane do pracy w kierunku odwrotnym w określonym zakresie napięcia, co pozwala na stabilizację napięcia w obwodach. Używane są w aplikacjach, gdzie wymagana jest kontrola napięcia, np. w stabilizatorach napięcia.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000" y="1030650"/>
            <a:ext cx="3082200" cy="308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1100" y="3868325"/>
            <a:ext cx="2266500" cy="70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LED (Light Emitting Diodes)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543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Diody LED emitują światło, gdy przepływa przez nie prąd, co czyni je popularnym wyborem w oświetleniu oraz jako wskaźniki wizualne. Są energooszczędne i dostępne w różnych kolorach w zależności od używanego materiału półprzewodnikowego.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9200" y="1175438"/>
            <a:ext cx="3089999" cy="2792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Schottky’ego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52475"/>
            <a:ext cx="544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Diody Schottky'ego charakteryzują się niskim spadkiem napięcia w kierunku przewodzenia, co pozwala na szybkie przełączanie i redukcję strat energii. Używane są w aplikacjach wysokiej częstotliwości oraz jako diody prostownicze w układach zasilających.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28" name="Google Shape;12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200" y="1787075"/>
            <a:ext cx="3082200" cy="1760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0238" y="3760375"/>
            <a:ext cx="2068224" cy="80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fotonowe (</a:t>
            </a:r>
            <a:r>
              <a:rPr lang="pl"/>
              <a:t>fotodiody</a:t>
            </a:r>
            <a:r>
              <a:rPr lang="pl"/>
              <a:t>)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311700" y="1152475"/>
            <a:ext cx="545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Diody fotonowe generują prąd elektryczny, gdy są naświetlane światłem, co czyni je idealnymi do wykrywania promieniowania świetlnego. Stosowane są w różnych aplikacjach, od czujników światła w automatyce po systemy komunikacji optycznej.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36" name="Google Shape;13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663" y="3147700"/>
            <a:ext cx="2121175" cy="1421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7700" y="2869513"/>
            <a:ext cx="3474601" cy="169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Varicap (diody pojemnościowe)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11700" y="1152475"/>
            <a:ext cx="5453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Diody Varicap zmieniają swoją pojemność w zależności od przyłożonego napięcia, co czyni je przydatnymi w obwodach strojenia oraz modulacji. Stosowane są często w odbiornikach radiowych i telewizyjnych do tuningu częstotliwości.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7200" y="1220825"/>
            <a:ext cx="3074400" cy="307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4075" y="3294700"/>
            <a:ext cx="2548350" cy="127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Diody mikrofalowe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11700" y="1152475"/>
            <a:ext cx="544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pl">
                <a:solidFill>
                  <a:schemeClr val="dk2"/>
                </a:solidFill>
              </a:rPr>
              <a:t>Diody mikrofalowe to diody przeznaczone do prostowania, generacji i wzmacniania przebiegów elektrycznych w zakresie częstotliwości mikrofalowych. Należą do nich diody tunelowe, diody Gunna, diody ładunkowe i inne.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7000" y="1329262"/>
            <a:ext cx="3313300" cy="248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813" y="3756250"/>
            <a:ext cx="2629075" cy="8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Zastosowanie i wykorzystanie diod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3600"/>
              <a:t>Zastosowanie i wykorzystanie diod</a:t>
            </a:r>
            <a:endParaRPr/>
          </a:p>
        </p:txBody>
      </p:sp>
      <p:sp>
        <p:nvSpPr>
          <p:cNvPr id="164" name="Google Shape;16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l">
                <a:solidFill>
                  <a:schemeClr val="dk2"/>
                </a:solidFill>
              </a:rPr>
              <a:t>Diody półprzewodnikowe to elementy elektroniczne, które pozwalają na przepływ prądu w jednym kierunku i blokują go w przeciwnym, co czynią je niezwykle przydatnymi w prostowaniu i stabilizowaniu napięcia. Występują w różnych typach i mają szerokie zastosowanie w urządzeniach elektronicznych oraz systemach oświetleniowych.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KONIEC PREZENTACJI</a:t>
            </a:r>
            <a:endParaRPr/>
          </a:p>
        </p:txBody>
      </p:sp>
      <p:sp>
        <p:nvSpPr>
          <p:cNvPr id="170" name="Google Shape;170;p30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3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l"/>
              <a:t>Dziękuje za uwagę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